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13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CCA57-AD07-4142-8366-AE5706692F25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E518D-EF83-4848-BAC1-2CAD2A044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08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high-performance computing is needed for large-scale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tree_method=hist (CPU) vs gpu_hist (GPU).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sample command: yf.download([...]) and single-ticker CSV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alignment, missing trading days, timezone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caching of intermediate features and parallel computation for many tickers.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reproducibility: fixed random_state, saved model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an example prediction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example sbatch snippet and GPU check function from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Replace the sample numbers with your real logs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short explanations with profiler screenshots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GPU-Accelerated XGBoost for Stock Direction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Ze Rui Ke, Yue Yu</a:t>
            </a:r>
          </a:p>
          <a:p>
            <a:r>
              <a:rPr dirty="0"/>
              <a:t>•  2025-09-</a:t>
            </a:r>
            <a:r>
              <a:rPr lang="en-CA" dirty="0"/>
              <a:t>12</a:t>
            </a:r>
            <a:endParaRPr dirty="0"/>
          </a:p>
          <a:p>
            <a:r>
              <a:rPr dirty="0"/>
              <a:t>MH6543 High Performance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Stock price movement prediction — classic ML problem in finance.</a:t>
            </a:r>
          </a:p>
          <a:p>
            <a:r>
              <a:rPr dirty="0"/>
              <a:t>Large real-world tabular data (many tickers × days × features).</a:t>
            </a:r>
          </a:p>
          <a:p>
            <a:r>
              <a:rPr dirty="0"/>
              <a:t>Goal: demonstrate CPU vs GPU performance for </a:t>
            </a:r>
            <a:r>
              <a:rPr dirty="0" err="1"/>
              <a:t>XGBoost</a:t>
            </a:r>
            <a:r>
              <a:rPr dirty="0"/>
              <a:t>, show HPC benefits.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Overview —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Extreme Gradient Boosting: ensemble of decision trees via boosting.</a:t>
            </a:r>
          </a:p>
          <a:p>
            <a:r>
              <a:t>Widely used for tabular data across industry and competitions.</a:t>
            </a:r>
          </a:p>
          <a:p>
            <a:r>
              <a:t>Supports CPU and GPU backends; uses OpenMP and CUDA internally.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Download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Source: Yahoo Finance via yfinance (OHLCV per ticker).</a:t>
            </a:r>
          </a:p>
          <a:p>
            <a:r>
              <a:rPr dirty="0"/>
              <a:t>Why separate: ensures per-ticker integrity, easier retries and parallel downloads.</a:t>
            </a:r>
          </a:p>
          <a:p>
            <a:r>
              <a:rPr dirty="0"/>
              <a:t>Parallelize downloads in </a:t>
            </a:r>
            <a:r>
              <a:rPr lang="en-CA" dirty="0"/>
              <a:t>an HPC</a:t>
            </a:r>
            <a:r>
              <a:rPr dirty="0"/>
              <a:t> environment to speed up data collection.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Combine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Why combine: unified dataset for cross-sectional ML across tickers.</a:t>
            </a:r>
          </a:p>
          <a:p>
            <a:r>
              <a:rPr dirty="0"/>
              <a:t>How: align dates, standardize columns, </a:t>
            </a:r>
            <a:r>
              <a:rPr dirty="0" err="1"/>
              <a:t>concat</a:t>
            </a:r>
            <a:r>
              <a:rPr dirty="0"/>
              <a:t>, add ticker symbol column.</a:t>
            </a:r>
          </a:p>
          <a:p>
            <a:r>
              <a:rPr dirty="0"/>
              <a:t>Save as </a:t>
            </a:r>
            <a:r>
              <a:rPr dirty="0" err="1"/>
              <a:t>combined_data</a:t>
            </a:r>
            <a:r>
              <a:rPr dirty="0"/>
              <a:t>/</a:t>
            </a:r>
            <a:r>
              <a:rPr dirty="0" err="1"/>
              <a:t>full_dataset.csv</a:t>
            </a:r>
            <a:r>
              <a:rPr dirty="0"/>
              <a:t> for downstream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Compute technical indicators via `ta` and `TA-Lib` (RSI, MACD, moving averages).</a:t>
            </a:r>
          </a:p>
          <a:p>
            <a:r>
              <a:rPr dirty="0"/>
              <a:t>Create lagged returns, rolling stats, volatility measures, and volume features.</a:t>
            </a:r>
          </a:p>
          <a:p>
            <a:r>
              <a:rPr dirty="0"/>
              <a:t>Output: expanded </a:t>
            </a:r>
            <a:r>
              <a:rPr dirty="0" err="1"/>
              <a:t>dataframe</a:t>
            </a:r>
            <a:r>
              <a:rPr dirty="0"/>
              <a:t> with engineered features for each ticker/date.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Model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Train/test: 80% train / 20% test (shuffled).</a:t>
            </a:r>
          </a:p>
          <a:p>
            <a:r>
              <a:t>Target: Target_Direction (1 = up, 0 = down).</a:t>
            </a:r>
          </a:p>
          <a:p>
            <a:r>
              <a:t>Hyperparameter tuning via RandomizedSearchCV or GridSearchCV.</a:t>
            </a:r>
          </a:p>
          <a:p>
            <a:r>
              <a:t>XGBoost params: tree_method=hist (CPU) vs gpu_hist (GPU).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the Output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 outputs probability for Up/Down next-day movement.</a:t>
            </a:r>
          </a:p>
          <a:p>
            <a:r>
              <a:rPr dirty="0"/>
              <a:t>Useful as signals for further research or simulated trading strategies.</a:t>
            </a:r>
          </a:p>
          <a:p>
            <a:r>
              <a:rPr dirty="0"/>
              <a:t>Interpret carefully; model performance is moderate and not financial advice.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Running on NSCC ASPIRE2A (Supercomputer)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</a:t>
            </a:r>
            <a:r>
              <a:rPr dirty="0"/>
              <a:t>cale training with many cores and GPUs for large datasets.</a:t>
            </a:r>
          </a:p>
          <a:p>
            <a:r>
              <a:rPr dirty="0"/>
              <a:t>Use SBATCH scripts (CPU/GPU variants) and check GPU availability (</a:t>
            </a:r>
            <a:r>
              <a:rPr dirty="0" err="1"/>
              <a:t>nvidia-smi</a:t>
            </a:r>
            <a:r>
              <a:rPr dirty="0"/>
              <a:t>).</a:t>
            </a:r>
          </a:p>
          <a:p>
            <a:r>
              <a:rPr dirty="0"/>
              <a:t>Profile with Nsight Systems / Intel </a:t>
            </a:r>
            <a:r>
              <a:rPr dirty="0" err="1"/>
              <a:t>VTune</a:t>
            </a:r>
            <a:r>
              <a:rPr dirty="0"/>
              <a:t> to identify bottlenecks.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Preliminary 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dirty="0"/>
                        <a:t>CPU (multi-thread)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dirty="0"/>
                        <a:t>GPU (single 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08DCA6-1820-D4DB-F46F-479A7E7175A6}"/>
              </a:ext>
            </a:extLst>
          </p:cNvPr>
          <p:cNvSpPr txBox="1"/>
          <p:nvPr/>
        </p:nvSpPr>
        <p:spPr>
          <a:xfrm>
            <a:off x="3636084" y="4765638"/>
            <a:ext cx="364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Placeholder, Need to be changed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GPU gave large speedups for sizeable datasets — helpful for iterative tuning.</a:t>
            </a:r>
          </a:p>
          <a:p>
            <a:r>
              <a:rPr dirty="0"/>
              <a:t>Data cleaning and alignment is time-consuming; needs robust pipeline.</a:t>
            </a:r>
          </a:p>
          <a:p>
            <a:r>
              <a:rPr dirty="0"/>
              <a:t>GPU memory is a limiting factor for extremely large combined datasets.</a:t>
            </a:r>
          </a:p>
          <a:p>
            <a:r>
              <a:rPr dirty="0"/>
              <a:t>Tuning and profiling necessary — not just flip-the-switch GPU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Questions, suggestions, and feedback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573</Words>
  <Application>Microsoft Macintosh PowerPoint</Application>
  <PresentationFormat>On-screen Show (4:3)</PresentationFormat>
  <Paragraphs>68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GPU-Accelerated XGBoost for Stock Direction Prediction</vt:lpstr>
      <vt:lpstr>Motivation &amp; Problem Statement</vt:lpstr>
      <vt:lpstr>Algorithm Overview — XGBoost</vt:lpstr>
      <vt:lpstr>Download Data</vt:lpstr>
      <vt:lpstr>Combine Data</vt:lpstr>
      <vt:lpstr>Feature Engineering</vt:lpstr>
      <vt:lpstr>Training &amp; Model Setup</vt:lpstr>
      <vt:lpstr>What Does the Output Mean?</vt:lpstr>
      <vt:lpstr>Running on NSCC ASPIRE2A (Supercomputer)</vt:lpstr>
      <vt:lpstr>Preliminary Performance Results</vt:lpstr>
      <vt:lpstr>Lessons Learned &amp; Challenges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Yue Yu</cp:lastModifiedBy>
  <cp:revision>2</cp:revision>
  <dcterms:created xsi:type="dcterms:W3CDTF">2013-01-27T09:14:16Z</dcterms:created>
  <dcterms:modified xsi:type="dcterms:W3CDTF">2025-09-12T08:34:53Z</dcterms:modified>
  <cp:category/>
</cp:coreProperties>
</file>